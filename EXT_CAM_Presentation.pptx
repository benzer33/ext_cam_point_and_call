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7" r:id="rId8"/>
    <p:sldId id="264" r:id="rId9"/>
    <p:sldId id="265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1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8412480" cy="1005840"/>
          </a:xfrm>
          <a:prstGeom prst="rect">
            <a:avLst/>
          </a:prstGeom>
          <a:solidFill>
            <a:srgbClr val="11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00C853"/>
                </a:solidFill>
              </a:rPr>
              <a:t>EXT CAM POINT AND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ระบบตรวจจับความปลอดภัยด้วย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0A0C0"/>
                </a:solidFill>
              </a:rPr>
              <a:t>Real-Time  •  24 ชั่วโมง  •  ไม่ต้องใช้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80A0C0"/>
                </a:solidFill>
              </a:rPr>
              <a:t>นำเสนอโดย</a:t>
            </a:r>
            <a:r>
              <a:rPr sz="1400" b="0" i="0" dirty="0">
                <a:solidFill>
                  <a:srgbClr val="80A0C0"/>
                </a:solidFill>
              </a:rPr>
              <a:t> : </a:t>
            </a:r>
            <a:r>
              <a:rPr lang="en-US" sz="1400" b="0" i="0" dirty="0">
                <a:solidFill>
                  <a:srgbClr val="80A0C0"/>
                </a:solidFill>
              </a:rPr>
              <a:t>Ronnachai Maitreechit</a:t>
            </a:r>
            <a:endParaRPr sz="1400" b="0" i="0" dirty="0">
              <a:solidFill>
                <a:srgbClr val="80A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71600" y="5120640"/>
            <a:ext cx="1463040" cy="384048"/>
          </a:xfrm>
          <a:prstGeom prst="rect">
            <a:avLst/>
          </a:prstGeom>
          <a:solidFill>
            <a:srgbClr val="11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51572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FF"/>
                </a:solidFill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120640"/>
            <a:ext cx="1463040" cy="384048"/>
          </a:xfrm>
          <a:prstGeom prst="rect">
            <a:avLst/>
          </a:prstGeom>
          <a:solidFill>
            <a:srgbClr val="11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51572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FF"/>
                </a:solidFill>
              </a:rPr>
              <a:t>YOLOv8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5120640"/>
            <a:ext cx="1463040" cy="384048"/>
          </a:xfrm>
          <a:prstGeom prst="rect">
            <a:avLst/>
          </a:prstGeom>
          <a:solidFill>
            <a:srgbClr val="11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51572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FF"/>
                </a:solidFill>
              </a:rPr>
              <a:t>PyQt5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5120640"/>
            <a:ext cx="1463040" cy="384048"/>
          </a:xfrm>
          <a:prstGeom prst="rect">
            <a:avLst/>
          </a:prstGeom>
          <a:solidFill>
            <a:srgbClr val="11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515721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0FF"/>
                </a:solidFill>
              </a:rPr>
              <a:t>SQL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0A0C0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D00"/>
                </a:solidFill>
              </a:rPr>
              <a:t>❗  ปัญหาที่พบในพื้นที่อุตสาหกรรม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344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พนักงานเข้าพื้นที่อันตรายโดยไม่ได้รับอนุญาต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เกิดอุบัติเหตุและความเสียหายที่ป้องกันได้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8412480" cy="100584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505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⏱️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231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การตรวจสอบด้วยคนใช้เวลานาน และเกิด Human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ผู้ควบคุมไม่สามารถดูได้ทุกจุดพร้อมกัน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8412480" cy="100584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6393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ไม่มีหลักฐานบันทึกเมื่อเกิดเหตุการณ์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ยากต่อการสืบสวนและปรับปรุงกระบวนการ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8412480" cy="100584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6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แจ้งเตือนไม่ทันเวลา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กว่าจะรู้ก็สายเกินแก้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0A0C0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53"/>
                </a:solidFill>
              </a:rPr>
              <a:t>✅  วิธีแก้ปัญหาของเรา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8872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ใช้กล้อง IP / RTSP ที่มีอยู่แล้ว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8191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ไม่ต้องลงทุนซื้ออุปกรณ์ใหม่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8412480" cy="9144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AI วิเคราะห์ภาพ Real-Time ตลอด 24 ชม.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8775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ตรวจได้ทุกจุดพร้อมกัน ไม่เหนื่อย ไม่พลาด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8412480" cy="9144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749807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FFFFFF"/>
                </a:solidFill>
              </a:rPr>
              <a:t>แจ้งเตือนผ่าน</a:t>
            </a:r>
            <a:r>
              <a:rPr sz="1700" b="1" i="0" dirty="0">
                <a:solidFill>
                  <a:srgbClr val="FFFFFF"/>
                </a:solidFill>
              </a:rPr>
              <a:t> Microsoft Teams </a:t>
            </a:r>
            <a:r>
              <a:rPr lang="en-US" sz="1700" b="1" i="0" dirty="0">
                <a:solidFill>
                  <a:srgbClr val="FFFFFF"/>
                </a:solidFill>
              </a:rPr>
              <a:t>+ EXT Smart </a:t>
            </a:r>
            <a:r>
              <a:rPr sz="1700" b="1" i="0" dirty="0" err="1">
                <a:solidFill>
                  <a:srgbClr val="FFFFFF"/>
                </a:solidFill>
              </a:rPr>
              <a:t>ทันที</a:t>
            </a:r>
            <a:endParaRPr sz="1700" b="1" i="0" dirty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359359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ทีมงานรับรู้เหตุการณ์ภายในวินาที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8412480" cy="9144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0624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บันทึกรูปภาพ + ฐานข้อมูล อัตโนมัติ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943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มีหลักฐานครบทุกเหตุการณ์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8412480" cy="9144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ดูประวัติและรายงานย้อนหลังได้ทุกเวลา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605272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Export CSV ส่งต่อได้ทันที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0A0C0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0FF"/>
                </a:solidFill>
              </a:rPr>
              <a:t>🛠️  เทคโนโลยีที่ใช้พัฒนา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ภาษาหลักในการพัฒนา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3990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PyQt5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UI ทันสมัย ใช้งานง่าย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358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YOLOv8 (Ultralytics)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930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AI ตรวจจับและติดตามคน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2608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0906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0358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4930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ประมวลผลภาพจากกล้อง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1772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782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727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Microsoft SQL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8464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ฐานข้อมูลบันทึกเหตุการณ์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617720"/>
            <a:ext cx="4114800" cy="1508760"/>
          </a:xfrm>
          <a:prstGeom prst="rect">
            <a:avLst/>
          </a:prstGeom>
          <a:solidFill>
            <a:srgbClr val="11283E"/>
          </a:solidFill>
          <a:ln w="12700">
            <a:solidFill>
              <a:srgbClr val="80A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47823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727448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80A0C0"/>
                </a:solidFill>
              </a:rPr>
              <a:t>Notify Function</a:t>
            </a:r>
            <a:endParaRPr sz="1600" b="1" i="0" dirty="0">
              <a:solidFill>
                <a:srgbClr val="80A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5184648"/>
            <a:ext cx="3200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dirty="0">
                <a:solidFill>
                  <a:srgbClr val="80A0C0"/>
                </a:solidFill>
              </a:rPr>
              <a:t>EXT Smart, Team webhook</a:t>
            </a:r>
          </a:p>
          <a:p>
            <a:pPr algn="l"/>
            <a:r>
              <a:rPr sz="1300" b="0" i="0" dirty="0" err="1">
                <a:solidFill>
                  <a:srgbClr val="80A0C0"/>
                </a:solidFill>
              </a:rPr>
              <a:t>แจ้งเตือนทีมงานแบบ</a:t>
            </a:r>
            <a:r>
              <a:rPr sz="1300" b="0" i="0" dirty="0">
                <a:solidFill>
                  <a:srgbClr val="80A0C0"/>
                </a:solidFill>
              </a:rPr>
              <a:t> Real-Time</a:t>
            </a:r>
            <a:r>
              <a:rPr lang="en-US" sz="1300" b="0" i="0" dirty="0">
                <a:solidFill>
                  <a:srgbClr val="80A0C0"/>
                </a:solidFill>
              </a:rPr>
              <a:t> </a:t>
            </a:r>
            <a:endParaRPr sz="1300" b="0" i="0" dirty="0">
              <a:solidFill>
                <a:srgbClr val="80A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</a:rPr>
              <a:t>💡  ทำงานบน Windows  •  ไม่ต้องใช้ Internet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A08089-E87C-4C8C-8220-01BB7D1C977D}"/>
              </a:ext>
            </a:extLst>
          </p:cNvPr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4</a:t>
            </a:r>
            <a:r>
              <a:rPr sz="1100" b="0" i="0" dirty="0">
                <a:solidFill>
                  <a:srgbClr val="80A0C0"/>
                </a:solidFill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</a:rPr>
              <a:t>👆  ฟังก์ชัน 1 : Point &amp;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0A0C0"/>
                </a:solidFill>
              </a:rPr>
              <a:t>ระบบตรวจสอบ 'ชี้และพูด' ก่อนเริ่มงานในพื้นที่อันตราย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>
                <a:solidFill>
                  <a:srgbClr val="80A0C0"/>
                </a:solidFill>
              </a:rPr>
              <a:t>5</a:t>
            </a:r>
            <a:r>
              <a:rPr sz="1100" b="0" i="0" dirty="0">
                <a:solidFill>
                  <a:srgbClr val="80A0C0"/>
                </a:solidFill>
              </a:rPr>
              <a:t> / 10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6C3A4F9-8345-4503-BCC9-E9FE5DB2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68" y="1343537"/>
            <a:ext cx="8918332" cy="499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D00"/>
                </a:solidFill>
              </a:rPr>
              <a:t>🚧  ฟังก์ชัน 2 : No-Entry Zone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0A0C0"/>
                </a:solidFill>
              </a:rPr>
              <a:t>กำหนดโซนอันตรายบนหน้าจอ  —  แจ้งเตือนทันทีที่มีคนเข้า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029200" cy="6858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673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099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วาดเส้นขอบเขตบนหน้าจอได้เลย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04872"/>
            <a:ext cx="5029200" cy="6858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780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ตั้งชื่อโซน เช่น 'เครื่องจักรอันตราย'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9544"/>
            <a:ext cx="5029200" cy="6858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82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192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ตรวจจับคนใน Real-Time ทุกเฟรม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14216"/>
            <a:ext cx="5029200" cy="6858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087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4️⃣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เมื่อมีคนเข้า → แจ้งเตือน + บันทึกทันที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600200"/>
            <a:ext cx="3108960" cy="329184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D00"/>
                </a:solidFill>
              </a:rPr>
              <a:t>⚡  เมื่อเกิดเหตุการณ์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240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🔴  เส้นขอบโซนเปลี่ยนสีแดง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75234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📸  ถ่ายภาพหลักฐานอัตโนมัติ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2644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💾  บันทึกลงฐานข้อมูล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7647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📢  แจ้งเตือน MS Teams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288536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🪪  แสดงหมายเลข Track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6</a:t>
            </a:r>
            <a:r>
              <a:rPr sz="1100" b="0" i="0" dirty="0">
                <a:solidFill>
                  <a:srgbClr val="80A0C0"/>
                </a:solidFill>
              </a:rPr>
              <a:t> / 10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74D12B-E299-4A55-9903-9E7302A4A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1" y="1371600"/>
            <a:ext cx="889646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00B0FF"/>
                </a:solidFill>
              </a:rPr>
              <a:t>🛠️  </a:t>
            </a:r>
            <a:r>
              <a:rPr lang="th-TH" sz="2600" b="1" dirty="0">
                <a:solidFill>
                  <a:srgbClr val="00B0FF"/>
                </a:solidFill>
              </a:rPr>
              <a:t>ระบบค้นหากล้องในเครือข่าย</a:t>
            </a:r>
            <a:endParaRPr sz="2600" b="1" i="0" dirty="0">
              <a:solidFill>
                <a:srgbClr val="00B0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400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700"/>
                </a:solidFill>
              </a:rPr>
              <a:t>💡  ทำงานบน Windows  •  ไม่ต้องใช้ Internet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3BA79AD-01A3-4F65-B58B-045A52D1C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6" y="1088136"/>
            <a:ext cx="8957283" cy="50428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A705847-2CF8-4564-B7DA-523D79214744}"/>
              </a:ext>
            </a:extLst>
          </p:cNvPr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7</a:t>
            </a:r>
            <a:r>
              <a:rPr sz="1100" b="0" i="0" dirty="0">
                <a:solidFill>
                  <a:srgbClr val="80A0C0"/>
                </a:solidFill>
              </a:rPr>
              <a:t> / 10</a:t>
            </a:r>
          </a:p>
        </p:txBody>
      </p:sp>
    </p:spTree>
    <p:extLst>
      <p:ext uri="{BB962C8B-B14F-4D97-AF65-F5344CB8AC3E}">
        <p14:creationId xmlns:p14="http://schemas.microsoft.com/office/powerpoint/2010/main" val="271304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53"/>
                </a:solidFill>
              </a:rPr>
              <a:t>📊  ฟังก์ชัน 4 : รายงานและประวัติเหตุการณ์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0A0C0"/>
                </a:solidFill>
              </a:rPr>
              <a:t>ดูย้อนหลังได้ทุกเหตุการณ์  •  ภาพหลักฐาน  •  Export ได้ทันที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554480"/>
            <a:ext cx="2743200" cy="3657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16276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53"/>
                </a:solidFill>
              </a:rPr>
              <a:t>ความสามารถ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2103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🔍  กรองตามวันที่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5786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🔍  กรองตามประเภท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30540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🖼️  ดูรูปหลักฐาน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5295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📤  Export 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00507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🗄️  SQL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480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📁  CSV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8</a:t>
            </a:r>
            <a:r>
              <a:rPr sz="1100" b="0" i="0" dirty="0">
                <a:solidFill>
                  <a:srgbClr val="80A0C0"/>
                </a:solidFill>
              </a:rPr>
              <a:t> / 10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D9A7FFE-7C00-47A7-AE44-783ACE689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03" y="1335753"/>
            <a:ext cx="8787855" cy="4931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53"/>
                </a:solidFill>
              </a:rPr>
              <a:t>🏆  สรุปจุดเด่นของระบบ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ไม่ต้องเพิ่มอุปกรณ์ใหม่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ใช้กล้องที่มีอยู่แล้วได้เลย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AI แม่นยำ 24 ชั่วโมง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ตรวจได้ทุกจุด ไม่เหนื่อย ไม่พลาด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แจ้งเตือน Teams 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ทีมงานรับรู้เหตุการณ์ภายในวินาที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ภาพหลักฐานทุกเหตุการณ์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ใช้สืบสวนและปรับปรุงได้จริง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รองรับหลายโซน หลายกล้อง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ขยายระบบได้ตามความต้องการ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ใช้งานง่าย ไม่ต้องเป็นผู้เชี่ยวชาญ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UI ใช้งานง่าย มีคู่มือครบ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9</a:t>
            </a:r>
            <a:r>
              <a:rPr sz="1100" b="0" i="0" dirty="0">
                <a:solidFill>
                  <a:srgbClr val="80A0C0"/>
                </a:solidFill>
              </a:rPr>
              <a:t>/ 10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93C9D3-B19E-4DC9-9FBD-5A08C717A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9" y="883162"/>
            <a:ext cx="8698600" cy="549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53"/>
                </a:solidFill>
              </a:rPr>
              <a:t>🏆  สรุปจุดเด่นของระบบ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ไม่ต้องเพิ่มอุปกรณ์ใหม่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ใช้กล้องที่มีอยู่แล้วได้เลย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AI แม่นยำ 24 ชั่วโมง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ตรวจได้ทุกจุด ไม่เหนื่อย ไม่พลาด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แจ้งเตือน Teams 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ทีมงานรับรู้เหตุการณ์ภายในวินาที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ภาพหลักฐานทุกเหตุการณ์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ใช้สืบสวนและปรับปรุงได้จริง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รองรับหลายโซน หลายกล้อง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ขยายระบบได้ตามความต้องการ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ใช้งานง่าย ไม่ต้องเป็นผู้เชี่ยวชาญ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UI ใช้งานง่าย มีคู่มือครบ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9</a:t>
            </a:r>
            <a:r>
              <a:rPr sz="1100" b="0" i="0" dirty="0">
                <a:solidFill>
                  <a:srgbClr val="80A0C0"/>
                </a:solidFill>
              </a:rPr>
              <a:t>/ 10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02E9CD8-300F-463F-92F0-2CA71F8BE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97" y="849802"/>
            <a:ext cx="8869680" cy="562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481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53"/>
                </a:solidFill>
              </a:rPr>
              <a:t>🏆  สรุปจุดเด่นของระบบ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ไม่ต้องเพิ่มอุปกรณ์ใหม่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ใช้กล้องที่มีอยู่แล้วได้เลย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23444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AI แม่นยำ 24 ชั่วโมง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8013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ตรวจได้ทุกจุด ไม่เหนื่อย ไม่พลาด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แจ้งเตือน Teams ทันที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ทีมงานรับรู้เหตุการณ์ภายในวินาที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274320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D00"/>
                </a:solidFill>
              </a:rPr>
              <a:t>ภาพหลักฐานทุกเหตุการณ์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310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ใช้สืบสวนและปรับปรุงได้จริง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53"/>
                </a:solidFill>
              </a:rPr>
              <a:t>รองรับหลายโซน หลายกล้อง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ขยายระบบได้ตามความต้องการ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79" y="4251960"/>
            <a:ext cx="4206240" cy="1371600"/>
          </a:xfrm>
          <a:prstGeom prst="rect">
            <a:avLst/>
          </a:prstGeom>
          <a:solidFill>
            <a:srgbClr val="11283E"/>
          </a:solidFill>
          <a:ln w="12700">
            <a:solidFill>
              <a:srgbClr val="00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92040" y="44348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361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0FF"/>
                </a:solidFill>
              </a:rPr>
              <a:t>ใช้งานง่าย ไม่ต้องเป็นผู้เชี่ยวชาญ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8188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UI ใช้งานง่าย มีคู่มือครบ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8229600" cy="36576"/>
          </a:xfrm>
          <a:prstGeom prst="rect">
            <a:avLst/>
          </a:prstGeom>
          <a:solidFill>
            <a:srgbClr val="00B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0" y="6400800"/>
            <a:ext cx="914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80A0C0"/>
                </a:solidFill>
              </a:rPr>
              <a:t>9</a:t>
            </a:r>
            <a:r>
              <a:rPr sz="1100" b="0" i="0" dirty="0">
                <a:solidFill>
                  <a:srgbClr val="80A0C0"/>
                </a:solidFill>
              </a:rPr>
              <a:t>/ 10</a:t>
            </a:r>
          </a:p>
        </p:txBody>
      </p:sp>
    </p:spTree>
    <p:extLst>
      <p:ext uri="{BB962C8B-B14F-4D97-AF65-F5344CB8AC3E}">
        <p14:creationId xmlns:p14="http://schemas.microsoft.com/office/powerpoint/2010/main" val="185037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691</Words>
  <Application>Microsoft Office PowerPoint</Application>
  <PresentationFormat>On-screen Show (4:3)</PresentationFormat>
  <Paragraphs>155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BZ_PC72 maitreechit</cp:lastModifiedBy>
  <cp:revision>10</cp:revision>
  <dcterms:created xsi:type="dcterms:W3CDTF">2013-01-27T09:14:16Z</dcterms:created>
  <dcterms:modified xsi:type="dcterms:W3CDTF">2026-07-06T04:47:52Z</dcterms:modified>
  <cp:category/>
</cp:coreProperties>
</file>